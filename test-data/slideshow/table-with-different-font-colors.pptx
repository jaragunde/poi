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ms-powerpoint.changesinfo+xml" PartName="/ppt/changesInfos/changesInfo1.xml"/>
  <Override ContentType="application/vnd.openxmlformats-package.core-properties+xml" PartName="/docProps/core.xml"/>
  <Override ContentType="application/vnd.openxmlformats-officedocument.extended-properties+xml" PartName="/docProps/app.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rgbClr val="777777"/>
      </a:tcTxStyle>
      <a:tcStyle>
        <a:tcBdr>
          <a:left>
            <a:ln cmpd="sng" w="12700">
              <a:solidFill>
                <a:schemeClr val="lt1"/>
              </a:solidFill>
            </a:ln>
          </a:left>
          <a:right>
            <a:ln cmpd="sng" w="12700">
              <a:solidFill>
                <a:schemeClr val="lt1"/>
              </a:solidFill>
            </a:ln>
          </a:right>
          <a:top>
            <a:ln cmpd="sng" w="12700">
              <a:solidFill>
                <a:schemeClr val="lt1"/>
              </a:solidFill>
            </a:ln>
          </a:top>
          <a:bottom>
            <a:ln cmpd="sng" w="12700">
              <a:solidFill>
                <a:schemeClr val="lt1"/>
              </a:solidFill>
            </a:ln>
          </a:bottom>
          <a:insideH>
            <a:ln cmpd="sng" w="12700">
              <a:solidFill>
                <a:schemeClr val="lt1"/>
              </a:solidFill>
            </a:ln>
          </a:insideH>
          <a:insideV>
            <a:ln cmpd="sng"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 b="on">
        <a:fontRef idx="minor">
          <a:prstClr val="black"/>
        </a:fontRef>
        <a:srgbClr val="00FFFF"/>
      </a:tcTxStyle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rgbClr val="FF0000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rgbClr val="00FF00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rgbClr val="0000FF"/>
      </a:tcTxStyle>
      <a:tcStyle>
        <a:tcBdr>
          <a:top>
            <a:ln cmpd="sng"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rgbClr val="FFFF00"/>
      </a:tcTxStyle>
      <a:tcStyle>
        <a:tcBdr>
          <a:bottom>
            <a:ln cmpd="sng"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6014"/>
    <p:restoredTop sz="94660"/>
  </p:normalViewPr>
  <p:slideViewPr>
    <p:cSldViewPr snapToGrid="0">
      <p:cViewPr varScale="1">
        <p:scale>
          <a:sx d="100" n="45"/>
          <a:sy d="100" n="45"/>
        </p:scale>
        <p:origin x="774" y="48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6200" cy="76200"/>
</p:viewPr>
</file>

<file path=ppt/_rels/presentation.xml.rels><?xml version="1.0" ?>
<Relationships xmlns="http://schemas.openxmlformats.org/package/2006/relationships">
  <Relationship Id="rId3" Target="presProps.xml" Type="http://schemas.openxmlformats.org/officeDocument/2006/relationships/presProps"/>
  <Relationship Id="rId7" Target="changesInfos/changesInfo1.xml" Type="http://schemas.microsoft.com/office/2016/11/relationships/changesInfo"/>
  <Relationship Id="rId2" Target="slides/slide1.xml" Type="http://schemas.openxmlformats.org/officeDocument/2006/relationships/slide"/>
  <Relationship Id="rId1" Target="slideMasters/slideMaster1.xml" Type="http://schemas.openxmlformats.org/officeDocument/2006/relationships/slideMaster"/>
  <Relationship Id="rId6" Target="tableStyles.xml" Type="http://schemas.openxmlformats.org/officeDocument/2006/relationships/tableStyles"/>
  <Relationship Id="rId5" Target="theme/theme1.xml" Type="http://schemas.openxmlformats.org/officeDocument/2006/relationships/theme"/>
  <Relationship Id="rId4" Target="viewProps.xml" Type="http://schemas.openxmlformats.org/officeDocument/2006/relationships/viewProps"/>
</Relationships>
</file>

<file path=ppt/changesInfos/changesInfo1.xml><?xml version="1.0" encoding="utf-8"?>
<pc:chgInfo xmlns:a="http://schemas.openxmlformats.org/drawingml/2006/main" xmlns:ac="http://schemas.microsoft.com/office/drawing/2013/main/command" xmlns:pc="http://schemas.microsoft.com/office/powerpoint/2013/main/command" xmlns:r="http://schemas.openxmlformats.org/officeDocument/2006/relationships">
  <pc:docChgLst>
    <pc:chgData clId="{34649501-E0D8-4E62-87E5-6CFBE5BBCA28}" name="Perez, Jacobo" providerId="ADAL" userId="7a138f2c-86a8-4017-9d3c-78443332819b"/>
    <pc:docChg chg="modSld">
      <pc:chgData actId="20577" clId="{34649501-E0D8-4E62-87E5-6CFBE5BBCA28}" dt="2025-12-09T06:18:53.576" name="Perez, Jacobo" providerId="ADAL" userId="7a138f2c-86a8-4017-9d3c-78443332819b" v="29"/>
      <pc:docMkLst>
        <pc:docMk/>
      </pc:docMkLst>
      <pc:sldChg chg="modSp mod">
        <pc:chgData actId="20577" clId="{34649501-E0D8-4E62-87E5-6CFBE5BBCA28}" dt="2025-12-09T06:18:53.576" name="Perez, Jacobo" providerId="ADAL" userId="7a138f2c-86a8-4017-9d3c-78443332819b" v="29"/>
        <pc:sldMkLst>
          <pc:docMk/>
          <pc:sldMk cId="4185553753" sldId="256"/>
        </pc:sldMkLst>
        <pc:graphicFrameChg chg="modGraphic">
          <ac:chgData actId="20577" clId="{34649501-E0D8-4E62-87E5-6CFBE5BBCA28}" dt="2025-12-09T06:18:53.576" name="Perez, Jacobo" providerId="ADAL" userId="7a138f2c-86a8-4017-9d3c-78443332819b" v="29"/>
          <ac:graphicFrameMkLst>
            <pc:docMk/>
            <pc:sldMk cId="4185553753" sldId="256"/>
            <ac:graphicFrameMk creationId="{FEF7BBED-19AC-9804-F533-7E72B400CF48}" id="4"/>
          </ac:graphicFrameMkLst>
        </pc:graphicFrameChg>
      </pc:sldChg>
    </pc:docChg>
  </pc:docChgLst>
</pc:chgInfo>
</file>

<file path=ppt/slideLayouts/_rels/slideLayout1.xml.rels><?xml version="1.0" ?>
<Relationships xmlns="http://schemas.openxmlformats.org/package/2006/relationships">
  <Relationship Id="rId1" Target="../slideMasters/slideMaster1.xml" Type="http://schemas.openxmlformats.org/officeDocument/2006/relationships/slideMaster"/>
</Relationships>
</file>

<file path=ppt/slideLayouts/_rels/slideLayout2.xml.rels><?xml version="1.0" ?>
<Relationships xmlns="http://schemas.openxmlformats.org/package/2006/relationships">
  <Relationship Id="rId1" Target="../slideMasters/slideMaster1.xml" Type="http://schemas.openxmlformats.org/officeDocument/2006/relationships/slideMaster"/>
</Relationships>
</file>

<file path=ppt/slideLayouts/_rels/slideLayout3.xml.rels><?xml version="1.0" ?>
<Relationships xmlns="http://schemas.openxmlformats.org/package/2006/relationships">
  <Relationship Id="rId1" Target="../slideMasters/slideMaster1.xml" Type="http://schemas.openxmlformats.org/officeDocument/2006/relationships/slideMaster"/>
</Relationships>
</file>

<file path=ppt/slideLayouts/_rels/slideLayout4.xml.rels><?xml version="1.0" ?>
<Relationships xmlns="http://schemas.openxmlformats.org/package/2006/relationships">
  <Relationship Id="rId1" Target="../slideMasters/slideMaster1.xml" Type="http://schemas.openxmlformats.org/officeDocument/2006/relationships/slideMaster"/>
</Relationships>
</file>

<file path=ppt/slideLayouts/_rels/slideLayout5.xml.rels><?xml version="1.0" ?>
<Relationships xmlns="http://schemas.openxmlformats.org/package/2006/relationships">
  <Relationship Id="rId1" Target="../slideMasters/slideMaster1.xml" Type="http://schemas.openxmlformats.org/officeDocument/2006/relationships/slideMaster"/>
</Relationships>
</file>

<file path=ppt/slideLayouts/_rels/slideLayout6.xml.rels><?xml version="1.0" ?>
<Relationships xmlns="http://schemas.openxmlformats.org/package/2006/relationships">
  <Relationship Id="rId1" Target="../slideMasters/slideMaster1.xml" Type="http://schemas.openxmlformats.org/officeDocument/2006/relationships/slideMaster"/>
</Relationships>
</file>

<file path=ppt/slideLayouts/_rels/slideLayout7.xml.rels><?xml version="1.0" ?>
<Relationships xmlns="http://schemas.openxmlformats.org/package/2006/relationships">
  <Relationship Id="rId1" Target="../slideMasters/slideMaster1.xml" Type="http://schemas.openxmlformats.org/officeDocument/2006/relationships/slideMaster"/>
</Relationships>
</file>

<file path=ppt/slideLayouts/_rels/slideLayout8.xml.rels><?xml version="1.0" ?>
<Relationships xmlns="http://schemas.openxmlformats.org/package/2006/relationships">
  <Relationship Id="rId1" Target="../slideMasters/slideMaster1.xml" Type="http://schemas.openxmlformats.org/officeDocument/2006/relationships/slideMaster"/>
</Relationships>
</file>

<file path=ppt/slideLayouts/_rels/slideLayout9.xml.rels><?xml version="1.0" ?>
<Relationships xmlns="http://schemas.openxmlformats.org/package/2006/relationships">
  <Relationship Id="rId1" Target="../slideMasters/slideMaster1.xml" Type="http://schemas.openxmlformats.org/officeDocument/2006/relationships/slideMaster"/>
</Relationships>
</file>

<file path=ppt/slideLayouts/_rels/slideLayout10.xml.rels><?xml version="1.0" ?>
<Relationships xmlns="http://schemas.openxmlformats.org/package/2006/relationships">
  <Relationship Id="rId1" Target="../slideMasters/slideMaster1.xml" Type="http://schemas.openxmlformats.org/officeDocument/2006/relationships/slideMaster"/>
</Relationships>
</file>

<file path=ppt/slideLayouts/_rels/slideLayout11.xml.rels><?xml version="1.0" ?>
<Relationships xmlns="http://schemas.openxmlformats.org/package/2006/relationships">
  <Relationship Id="rId1" Target="../slideMasters/slideMaster1.xml" Type="http://schemas.openxmlformats.org/officeDocument/2006/relationships/slideMaster"/>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E3145-41BE-ED1F-E02F-BF88E4304D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5E40DB-3E02-C8E3-3733-E01E3FCC15F3}"/>
              </a:ext>
            </a:extLst>
          </p:cNvPr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algn="ctr" indent="0" marL="0">
              <a:buNone/>
              <a:defRPr sz="2400"/>
            </a:lvl1pPr>
            <a:lvl2pPr algn="ctr" indent="0" marL="457200">
              <a:buNone/>
              <a:defRPr sz="2000"/>
            </a:lvl2pPr>
            <a:lvl3pPr algn="ctr" indent="0" marL="914400">
              <a:buNone/>
              <a:defRPr sz="1800"/>
            </a:lvl3pPr>
            <a:lvl4pPr algn="ctr" indent="0" marL="1371600">
              <a:buNone/>
              <a:defRPr sz="1600"/>
            </a:lvl4pPr>
            <a:lvl5pPr algn="ctr" indent="0" marL="1828800">
              <a:buNone/>
              <a:defRPr sz="1600"/>
            </a:lvl5pPr>
            <a:lvl6pPr algn="ctr" indent="0" marL="2286000">
              <a:buNone/>
              <a:defRPr sz="1600"/>
            </a:lvl6pPr>
            <a:lvl7pPr algn="ctr" indent="0" marL="2743200">
              <a:buNone/>
              <a:defRPr sz="1600"/>
            </a:lvl7pPr>
            <a:lvl8pPr algn="ctr" indent="0" marL="3200400">
              <a:buNone/>
              <a:defRPr sz="1600"/>
            </a:lvl8pPr>
            <a:lvl9pPr algn="ctr" indent="0" marL="3657600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1FE31F-B734-8E49-A745-9C6FB371373A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F4BE7722-A82B-452B-8BD6-0B16472CEC9A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944350-E2FD-3AB8-B210-0B5942808276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856CAB-0D96-28B2-090D-07046209028B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B6AE4B10-0BB4-43FE-B8D1-5834505EA7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802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26FAE-9BC1-F396-2571-D7A9CC919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351CD6-95B7-DE00-98BE-77822E89AF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AF63D2-28D4-B69A-343A-0C1FD59C2A4A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F4BE7722-A82B-452B-8BD6-0B16472CEC9A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81426B-827F-5EAB-74D0-90868DFD6F0C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4A6809-6A8A-63CF-1B68-D066B502EF2D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B6AE4B10-0BB4-43FE-B8D1-5834505EA7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5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E5519-6134-5915-6B4C-32936B4B2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57C134-D31E-B9A2-1D08-C15B7726C285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indent="0" marL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indent="0" marL="45720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indent="0" marL="91440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indent="0" marL="137160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indent="0" marL="182880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indent="0" marL="228600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indent="0" marL="274320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indent="0" marL="320040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indent="0" marL="365760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27EA2F-2939-F5DF-92AB-F9DA9010E18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F4BE7722-A82B-452B-8BD6-0B16472CEC9A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8D561C-7AA0-A2AB-DCA1-B3F00B7322AA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B4D1BB-86FB-94FD-11E7-996A40B5DD89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B6AE4B10-0BB4-43FE-B8D1-5834505EA7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585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E7016-ABE6-8775-77C0-2BAF4B72D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36A05C-049F-C79A-66AA-41A15F18ABF1}"/>
              </a:ext>
            </a:extLst>
          </p:cNvPr>
          <p:cNvSpPr>
            <a:spLocks noGrp="1"/>
          </p:cNvSpPr>
          <p:nvPr>
            <p:ph idx="1" sz="half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B35AEB-620B-4107-4638-A3887D375D0F}"/>
              </a:ext>
            </a:extLst>
          </p:cNvPr>
          <p:cNvSpPr>
            <a:spLocks noGrp="1"/>
          </p:cNvSpPr>
          <p:nvPr>
            <p:ph idx="2" sz="half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59A5E3-C3D9-2939-285F-DD325EEB7D5A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F4BE7722-A82B-452B-8BD6-0B16472CEC9A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2D2A2B-377B-52C0-2DFC-0B9C795C8762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4FD5DB-F525-1D3B-964F-5FDB6D16DFE7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B6AE4B10-0BB4-43FE-B8D1-5834505EA7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565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0480F-97DC-1630-AC3C-8FADD2CF4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092DFD-94EC-796F-C318-E141F4102066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021FB6-EF2C-126D-273D-4DF15A822F63}"/>
              </a:ext>
            </a:extLst>
          </p:cNvPr>
          <p:cNvSpPr>
            <a:spLocks noGrp="1"/>
          </p:cNvSpPr>
          <p:nvPr>
            <p:ph idx="2" sz="half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681FD2-CD4B-4864-8AAB-065B04E167F0}"/>
              </a:ext>
            </a:extLst>
          </p:cNvPr>
          <p:cNvSpPr>
            <a:spLocks noGrp="1"/>
          </p:cNvSpPr>
          <p:nvPr>
            <p:ph idx="3" sz="quarter" type="body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44E30F-1880-3906-09C6-DCEF7DD70261}"/>
              </a:ext>
            </a:extLst>
          </p:cNvPr>
          <p:cNvSpPr>
            <a:spLocks noGrp="1"/>
          </p:cNvSpPr>
          <p:nvPr>
            <p:ph idx="4" sz="quarter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B0BA56-9F3E-FE1E-17E0-B1DD2A0A4AC6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F4BE7722-A82B-452B-8BD6-0B16472CEC9A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B21146-C13F-644F-95A4-3AB9771F46DB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D5D469-BF93-91D7-BEDE-C942122B5FF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B6AE4B10-0BB4-43FE-B8D1-5834505EA7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450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DF4F4-C29F-CA71-0574-C6E862EB2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4C77A1-FED3-0958-D0A8-EA06EF4B8468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F4BE7722-A82B-452B-8BD6-0B16472CEC9A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F6F590-BECD-1662-595E-BA69039355CE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F3D28C-2BCE-0C85-9934-0CC2280309A9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B6AE4B10-0BB4-43FE-B8D1-5834505EA7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8891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A4236B-B8D8-D934-F4DE-1F8C97E27198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F4BE7722-A82B-452B-8BD6-0B16472CEC9A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9465D6-C6CF-F095-F4AC-D9FCBC050B6B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610825-4181-2D16-1268-80F9CB0077E8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B6AE4B10-0BB4-43FE-B8D1-5834505EA7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612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18EBE-7148-6964-C930-0A3B7CB49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FE7AD2-6A86-901B-FA69-430BD32FB3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218955-629F-6E4D-1CF6-4D135763C38F}"/>
              </a:ext>
            </a:extLst>
          </p:cNvPr>
          <p:cNvSpPr>
            <a:spLocks noGrp="1"/>
          </p:cNvSpPr>
          <p:nvPr>
            <p:ph idx="2" sz="half" type="body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E8EB92-4149-508C-8FB7-2A93164A511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F4BE7722-A82B-452B-8BD6-0B16472CEC9A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681D12-3281-4E8D-A9D1-F3618D6F1532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C33632-925B-3996-F639-1C5345962D87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B6AE4B10-0BB4-43FE-B8D1-5834505EA7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784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740D1-C3C3-ED1F-8656-DCD4DB103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E86AF1-FC5B-939A-22C7-CB4450F41195}"/>
              </a:ext>
            </a:extLst>
          </p:cNvPr>
          <p:cNvSpPr>
            <a:spLocks noGrp="1"/>
          </p:cNvSpPr>
          <p:nvPr>
            <p:ph idx="1" type="pic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9DFD94-2499-A5BC-40ED-E292BD31938D}"/>
              </a:ext>
            </a:extLst>
          </p:cNvPr>
          <p:cNvSpPr>
            <a:spLocks noGrp="1"/>
          </p:cNvSpPr>
          <p:nvPr>
            <p:ph idx="2" sz="half" type="body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B2B3A9-7203-89FE-E53A-029B55E6AD62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F4BE7722-A82B-452B-8BD6-0B16472CEC9A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FF15F7-37E8-244E-AFBD-0D37BA508348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9FB3E0-61DC-B240-6D3F-6B533787F629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B6AE4B10-0BB4-43FE-B8D1-5834505EA7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8941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C6F49-2A3F-A1F8-BA25-FA050CF40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E364CE-41BD-3A7F-C8A4-D6195BEBE7F4}"/>
              </a:ext>
            </a:extLst>
          </p:cNvPr>
          <p:cNvSpPr>
            <a:spLocks noGrp="1"/>
          </p:cNvSpPr>
          <p:nvPr>
            <p:ph idx="1" orient="vert" type="body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3624FA-5EE0-4AFE-3F5A-894987EE95FC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F4BE7722-A82B-452B-8BD6-0B16472CEC9A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2C2C9E-B1A8-876A-A4FE-D59A2F716452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9BF86E-E1E6-B335-D3A5-092465E2A797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B6AE4B10-0BB4-43FE-B8D1-5834505EA7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849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B378B3-338F-5FD3-9BA3-9CAB7B3B7343}"/>
              </a:ext>
            </a:extLst>
          </p:cNvPr>
          <p:cNvSpPr>
            <a:spLocks noGrp="1"/>
          </p:cNvSpPr>
          <p:nvPr>
            <p:ph orient="vert"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BEB689-20CF-4E20-CFFF-005520351D55}"/>
              </a:ext>
            </a:extLst>
          </p:cNvPr>
          <p:cNvSpPr>
            <a:spLocks noGrp="1"/>
          </p:cNvSpPr>
          <p:nvPr>
            <p:ph idx="1" orient="vert" type="body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FE47F3-293B-803E-9D23-3FB054216BD2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F4BE7722-A82B-452B-8BD6-0B16472CEC9A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4097CF-4457-66D1-CE4A-F11279D570DF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504BFB-CBE3-6BB3-F242-4F2CF9121ACD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B6AE4B10-0BB4-43FE-B8D1-5834505EA7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561680"/>
      </p:ext>
    </p:extLst>
  </p:cSld>
  <p:clrMapOvr>
    <a:masterClrMapping/>
  </p:clrMapOvr>
</p:sldLayout>
</file>

<file path=ppt/slideMasters/_rels/slideMaster1.xml.rels><?xml version="1.0" ?>
<Relationships xmlns="http://schemas.openxmlformats.org/package/2006/relationships">
  <Relationship Id="rId8" Target="../slideLayouts/slideLayout8.xml" Type="http://schemas.openxmlformats.org/officeDocument/2006/relationships/slideLayout"/>
  <Relationship Id="rId3" Target="../slideLayouts/slideLayout3.xml" Type="http://schemas.openxmlformats.org/officeDocument/2006/relationships/slideLayout"/>
  <Relationship Id="rId7" Target="../slideLayouts/slideLayout7.xml" Type="http://schemas.openxmlformats.org/officeDocument/2006/relationships/slideLayout"/>
  <Relationship Id="rId12" Target="../theme/theme1.xml" Type="http://schemas.openxmlformats.org/officeDocument/2006/relationships/theme"/>
  <Relationship Id="rId2" Target="../slideLayouts/slideLayout2.xml" Type="http://schemas.openxmlformats.org/officeDocument/2006/relationships/slideLayout"/>
  <Relationship Id="rId1" Target="../slideLayouts/slideLayout1.xml" Type="http://schemas.openxmlformats.org/officeDocument/2006/relationships/slideLayout"/>
  <Relationship Id="rId6" Target="../slideLayouts/slideLayout6.xml" Type="http://schemas.openxmlformats.org/officeDocument/2006/relationships/slideLayout"/>
  <Relationship Id="rId11" Target="../slideLayouts/slideLayout11.xml" Type="http://schemas.openxmlformats.org/officeDocument/2006/relationships/slideLayout"/>
  <Relationship Id="rId5" Target="../slideLayouts/slideLayout5.xml" Type="http://schemas.openxmlformats.org/officeDocument/2006/relationships/slideLayout"/>
  <Relationship Id="rId10" Target="../slideLayouts/slideLayout10.xml" Type="http://schemas.openxmlformats.org/officeDocument/2006/relationships/slideLayout"/>
  <Relationship Id="rId4" Target="../slideLayouts/slideLayout4.xml" Type="http://schemas.openxmlformats.org/officeDocument/2006/relationships/slideLayout"/>
  <Relationship Id="rId9" Target="../slideLayouts/slideLayout9.xml" Type="http://schemas.openxmlformats.org/officeDocument/2006/relationships/slideLayout"/>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65D26D-B2C2-0149-884C-B6B391054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0F63E5-A652-082A-89CB-7D1FAA31159D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EDB11F-B3B8-E125-309D-A51ED85F7884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BE7722-A82B-452B-8BD6-0B16472CEC9A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DF818B-853A-9B4B-A855-57CA502388EE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E0450-B801-0605-2250-8A3A7E88AAE9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AE4B10-0BB4-43FE-B8D1-5834505EA7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278822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?>
<Relationships xmlns="http://schemas.openxmlformats.org/package/2006/relationships">
  <Relationship Id="rId1" Target="../slideLayouts/slideLayout1.xml" Type="http://schemas.openxmlformats.org/officeDocument/2006/relationships/slideLayout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EF7BBED-19AC-9804-F533-7E72B400CF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4513577"/>
              </p:ext>
            </p:extLst>
          </p:nvPr>
        </p:nvGraphicFramePr>
        <p:xfrm>
          <a:off x="2032000" y="719666"/>
          <a:ext cx="8128000" cy="1112520"/>
        </p:xfrm>
        <a:graphic>
          <a:graphicData uri="http://schemas.openxmlformats.org/drawingml/2006/table">
            <a:tbl>
              <a:tblPr bandRow="1" first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75959928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3799728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dirty="0" lang="en-US"/>
                        <a:t>Text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 lang="en-US"/>
                        <a:t>Text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66256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dirty="0" lang="en-US"/>
                        <a:t>Text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 lang="en-US"/>
                        <a:t>Text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47429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dirty="0" lang="en-US"/>
                        <a:t>Text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Text 6</a:t>
                      </a:r>
                      <a:endParaRPr dirty="0"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23391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55537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panose="02110004020202020204"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panose="02110004020202020204"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algn="ctr" cap="flat" cmpd="sng" w="12700">
          <a:solidFill>
            <a:schemeClr val="phClr"/>
          </a:solidFill>
          <a:prstDash val="solid"/>
          <a:miter lim="800000"/>
        </a:ln>
        <a:ln algn="ctr" cap="flat" cmpd="sng" w="19050">
          <a:solidFill>
            <a:schemeClr val="phClr"/>
          </a:solidFill>
          <a:prstDash val="solid"/>
          <a:miter lim="800000"/>
        </a:ln>
        <a:ln algn="ctr" cap="flat" cmpd="sng" w="25400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id="{2E142A2C-CD16-42D6-873A-C26D2A0506FA}" name="Office Theme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baseType="lpstr" size="5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>Perez, Jacobo</dc:creator>
  <cp:lastModifiedBy>Perez, Jacobo</cp:lastModifiedBy>
  <cp:revision>1</cp:revision>
  <dcterms:created xsi:type="dcterms:W3CDTF">2025-12-04T11:00:38Z</dcterms:created>
  <dcterms:modified xsi:type="dcterms:W3CDTF">2025-12-09T06:18:54Z</dcterms:modified>
</cp:coreProperties>
</file>